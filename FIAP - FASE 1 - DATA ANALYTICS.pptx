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87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8797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D145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7132320" y="320040"/>
            <a:ext cx="1554480" cy="987552"/>
          </a:xfrm>
          <a:prstGeom prst="rect">
            <a:avLst/>
          </a:prstGeom>
          <a:solidFill>
            <a:srgbClr val="1A1A2E"/>
          </a:solidFill>
          <a:ln w="12700">
            <a:solidFill>
              <a:srgbClr val="ED14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132320" y="3200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do Impacto do Tempo de Entrega na Satisfação do Cliente em E-commerce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2286000" cy="36576"/>
          </a:xfrm>
          <a:prstGeom prst="rect">
            <a:avLst/>
          </a:prstGeom>
          <a:solidFill>
            <a:srgbClr val="ED145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D1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– Data Analytics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Cristiano dos Santos</a:t>
            </a: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RM: 373684</a:t>
            </a: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Pós-Graduação em Data Analytics – FIAP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D145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26CF77DD-184D-02AA-DB81-FFA64781A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329045"/>
            <a:ext cx="1554480" cy="9785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do Problema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645920" cy="36576"/>
          </a:xfrm>
          <a:prstGeom prst="rect">
            <a:avLst/>
          </a:prstGeom>
          <a:solidFill>
            <a:srgbClr val="ED145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7863840" cy="914400"/>
          </a:xfrm>
          <a:prstGeom prst="rect">
            <a:avLst/>
          </a:prstGeom>
          <a:solidFill>
            <a:srgbClr val="1A1A2E"/>
          </a:solidFill>
          <a:ln w="19050">
            <a:solidFill>
              <a:srgbClr val="ED145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6459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4173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crescimento do e-commerce aumentou a importância da experiência do cliente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560320"/>
            <a:ext cx="7863840" cy="914400"/>
          </a:xfrm>
          <a:prstGeom prst="rect">
            <a:avLst/>
          </a:prstGeom>
          <a:solidFill>
            <a:srgbClr val="1A1A2E"/>
          </a:solidFill>
          <a:ln w="19050">
            <a:solidFill>
              <a:srgbClr val="ED145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7889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37360" y="25603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logística é um dos principais fatores dessa experiência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40080" y="3703320"/>
            <a:ext cx="7863840" cy="914400"/>
          </a:xfrm>
          <a:prstGeom prst="rect">
            <a:avLst/>
          </a:prstGeom>
          <a:solidFill>
            <a:srgbClr val="1A1A2E"/>
          </a:solidFill>
          <a:ln w="19050">
            <a:solidFill>
              <a:srgbClr val="ED145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93192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737360" y="37033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tempo de entrega pode impactar diretamente a satisfação e percepção da marca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D1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FIAP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da Análise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645920" cy="36576"/>
          </a:xfrm>
          <a:prstGeom prst="rect">
            <a:avLst/>
          </a:prstGeom>
          <a:solidFill>
            <a:srgbClr val="ED145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7863840" cy="914400"/>
          </a:xfrm>
          <a:prstGeom prst="rect">
            <a:avLst/>
          </a:prstGeom>
          <a:solidFill>
            <a:srgbClr val="1A1A2E"/>
          </a:solidFill>
          <a:ln w="19050">
            <a:solidFill>
              <a:srgbClr val="ED145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6459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4173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a relação entre tempo de entrega e satisfação do cliente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560320"/>
            <a:ext cx="7863840" cy="914400"/>
          </a:xfrm>
          <a:prstGeom prst="rect">
            <a:avLst/>
          </a:prstGeom>
          <a:solidFill>
            <a:srgbClr val="1A1A2E"/>
          </a:solidFill>
          <a:ln w="19050">
            <a:solidFill>
              <a:srgbClr val="ED145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7889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37360" y="25603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indicadores como nota média, volume de pedidos e tempo médio de entrega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40080" y="3703320"/>
            <a:ext cx="7863840" cy="914400"/>
          </a:xfrm>
          <a:prstGeom prst="rect">
            <a:avLst/>
          </a:prstGeom>
          <a:solidFill>
            <a:srgbClr val="1A1A2E"/>
          </a:solidFill>
          <a:ln w="19050">
            <a:solidFill>
              <a:srgbClr val="ED145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93192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737360" y="37033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oportunidades de melhoria logística com base nos dados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D1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FIAP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Indicadores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645920" cy="36576"/>
          </a:xfrm>
          <a:prstGeom prst="rect">
            <a:avLst/>
          </a:prstGeom>
          <a:solidFill>
            <a:srgbClr val="ED145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2468880" cy="2286000"/>
          </a:xfrm>
          <a:prstGeom prst="rect">
            <a:avLst/>
          </a:prstGeom>
          <a:solidFill>
            <a:srgbClr val="1A1A2E"/>
          </a:solidFill>
          <a:ln w="19050">
            <a:solidFill>
              <a:srgbClr val="ED145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7830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4231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D1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94360" y="3108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Média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3383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5,0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1554480"/>
            <a:ext cx="2468880" cy="2286000"/>
          </a:xfrm>
          <a:prstGeom prst="rect">
            <a:avLst/>
          </a:prstGeom>
          <a:solidFill>
            <a:srgbClr val="1A1A2E"/>
          </a:solidFill>
          <a:ln w="19050">
            <a:solidFill>
              <a:srgbClr val="ED145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78308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37560" y="24231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D1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96.478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3337560" y="3108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Pedidos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337560" y="3383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analisados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80760" y="1554480"/>
            <a:ext cx="2468880" cy="2286000"/>
          </a:xfrm>
          <a:prstGeom prst="rect">
            <a:avLst/>
          </a:prstGeom>
          <a:solidFill>
            <a:srgbClr val="1A1A2E"/>
          </a:solidFill>
          <a:ln w="19050">
            <a:solidFill>
              <a:srgbClr val="ED145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178308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80760" y="24231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D1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12,5</a:t>
            </a:r>
            <a:endParaRPr lang="en-US" sz="4000" dirty="0"/>
          </a:p>
        </p:txBody>
      </p:sp>
      <p:sp>
        <p:nvSpPr>
          <p:cNvPr id="17" name="Text 12"/>
          <p:cNvSpPr/>
          <p:nvPr/>
        </p:nvSpPr>
        <p:spPr>
          <a:xfrm>
            <a:off x="6080760" y="3108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Médio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080760" y="3383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de entrega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D1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FIAP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Entrega x Satisfação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645920" cy="36576"/>
          </a:xfrm>
          <a:prstGeom prst="rect">
            <a:avLst/>
          </a:prstGeom>
          <a:solidFill>
            <a:srgbClr val="ED145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749040" cy="1371600"/>
          </a:xfrm>
          <a:prstGeom prst="rect">
            <a:avLst/>
          </a:prstGeom>
          <a:solidFill>
            <a:srgbClr val="1A1A2E"/>
          </a:solidFill>
          <a:ln w="19050">
            <a:solidFill>
              <a:srgbClr val="ED145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5087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D1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5 dias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média próxima de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017520" y="1645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</a:t>
            </a:r>
            <a:endParaRPr lang="en-US" sz="4200" dirty="0"/>
          </a:p>
        </p:txBody>
      </p:sp>
      <p:sp>
        <p:nvSpPr>
          <p:cNvPr id="9" name="Shape 6"/>
          <p:cNvSpPr/>
          <p:nvPr/>
        </p:nvSpPr>
        <p:spPr>
          <a:xfrm>
            <a:off x="4754880" y="1371600"/>
            <a:ext cx="3749040" cy="1371600"/>
          </a:xfrm>
          <a:prstGeom prst="rect">
            <a:avLst/>
          </a:prstGeom>
          <a:solidFill>
            <a:srgbClr val="1A1A2E"/>
          </a:solidFill>
          <a:ln w="19050">
            <a:solidFill>
              <a:srgbClr val="ED145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50876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D1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Acima de 15 dias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12064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média cai para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132320" y="1645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</a:t>
            </a:r>
            <a:endParaRPr lang="en-US" sz="4200" dirty="0"/>
          </a:p>
        </p:txBody>
      </p:sp>
      <p:sp>
        <p:nvSpPr>
          <p:cNvPr id="14" name="Shape 10"/>
          <p:cNvSpPr/>
          <p:nvPr/>
        </p:nvSpPr>
        <p:spPr>
          <a:xfrm>
            <a:off x="640080" y="3017520"/>
            <a:ext cx="7863840" cy="731520"/>
          </a:xfrm>
          <a:prstGeom prst="rect">
            <a:avLst/>
          </a:prstGeom>
          <a:solidFill>
            <a:srgbClr val="1A1A2E"/>
          </a:solidFill>
          <a:ln w="19050">
            <a:solidFill>
              <a:srgbClr val="ED145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15468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45920" y="301752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tempo de entrega possui impacto direto na experiência do cliente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40080" y="4023360"/>
            <a:ext cx="7863840" cy="640080"/>
          </a:xfrm>
          <a:prstGeom prst="rect">
            <a:avLst/>
          </a:prstGeom>
          <a:solidFill>
            <a:srgbClr val="ED145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3"/>
          <p:cNvSpPr/>
          <p:nvPr/>
        </p:nvSpPr>
        <p:spPr>
          <a:xfrm>
            <a:off x="640080" y="4023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com prazo superior a 10 dias apresentam queda relevante na satisfação.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D1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FIAP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e Recomendações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645920" cy="36576"/>
          </a:xfrm>
          <a:prstGeom prst="rect">
            <a:avLst/>
          </a:prstGeom>
          <a:solidFill>
            <a:srgbClr val="ED145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D1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749040" cy="731520"/>
          </a:xfrm>
          <a:prstGeom prst="rect">
            <a:avLst/>
          </a:prstGeom>
          <a:solidFill>
            <a:srgbClr val="1A1A2E"/>
          </a:solidFill>
          <a:ln w="19050">
            <a:solidFill>
              <a:srgbClr val="ED145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eficiência logística impacta diretamente a satisfação do cliente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3749040" cy="731520"/>
          </a:xfrm>
          <a:prstGeom prst="rect">
            <a:avLst/>
          </a:prstGeom>
          <a:solidFill>
            <a:srgbClr val="1A1A2E"/>
          </a:solidFill>
          <a:ln w="19050">
            <a:solidFill>
              <a:srgbClr val="ED145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prazos de entrega pode melhorar a experiência e retenção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657600"/>
            <a:ext cx="3749040" cy="731520"/>
          </a:xfrm>
          <a:prstGeom prst="rect">
            <a:avLst/>
          </a:prstGeom>
          <a:solidFill>
            <a:srgbClr val="1A1A2E"/>
          </a:solidFill>
          <a:ln w="19050">
            <a:solidFill>
              <a:srgbClr val="ED145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de dados apoia decisões mais estratégicas no negócio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325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D1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54880" y="1828800"/>
            <a:ext cx="3749040" cy="731520"/>
          </a:xfrm>
          <a:prstGeom prst="rect">
            <a:avLst/>
          </a:prstGeom>
          <a:solidFill>
            <a:srgbClr val="1A1A2E"/>
          </a:solidFill>
          <a:ln w="19050">
            <a:solidFill>
              <a:srgbClr val="ED145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965960"/>
            <a:ext cx="411480" cy="4114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486400" y="18288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continuamente o tempo de entrega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754880" y="2743200"/>
            <a:ext cx="3749040" cy="731520"/>
          </a:xfrm>
          <a:prstGeom prst="rect">
            <a:avLst/>
          </a:prstGeom>
          <a:solidFill>
            <a:srgbClr val="1A1A2E"/>
          </a:solidFill>
          <a:ln w="19050">
            <a:solidFill>
              <a:srgbClr val="ED145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88036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86400" y="27432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pedidos e rotas com maior risco de atraso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754880" y="3657600"/>
            <a:ext cx="3749040" cy="731520"/>
          </a:xfrm>
          <a:prstGeom prst="rect">
            <a:avLst/>
          </a:prstGeom>
          <a:solidFill>
            <a:srgbClr val="1A1A2E"/>
          </a:solidFill>
          <a:ln w="19050">
            <a:solidFill>
              <a:srgbClr val="ED145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79476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486400" y="36576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indicadores logísticos como base para melhoria contínua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D1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FIAP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D145B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242</Words>
  <Application>Microsoft Office PowerPoint</Application>
  <PresentationFormat>Apresentação na tela (16:9)</PresentationFormat>
  <Paragraphs>52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Cristiano Dos Santos</dc:creator>
  <cp:lastModifiedBy>Gabriel Cristiano Dos Santos</cp:lastModifiedBy>
  <cp:revision>2</cp:revision>
  <dcterms:created xsi:type="dcterms:W3CDTF">2026-05-05T12:13:05Z</dcterms:created>
  <dcterms:modified xsi:type="dcterms:W3CDTF">2026-05-05T15:23:14Z</dcterms:modified>
</cp:coreProperties>
</file>